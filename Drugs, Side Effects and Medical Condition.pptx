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77" r:id="rId24"/>
    <p:sldId id="278" r:id="rId25"/>
    <p:sldId id="279" r:id="rId26"/>
    <p:sldId id="280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344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49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39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063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56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68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26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658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60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026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16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C8932-72A3-47C7-A9FB-203DC9532634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5CBE8-F4DD-4C38-917E-B44D94AE3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28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47C3-1694-67FB-9970-1BAA433D1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300" dirty="0"/>
              <a:t>Drugs, Side Effects and Medical Condition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36FDC-15B4-49B4-1B8A-2270A77F4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Python, ML, SQL, Excel</a:t>
            </a:r>
          </a:p>
        </p:txBody>
      </p:sp>
    </p:spTree>
    <p:extLst>
      <p:ext uri="{BB962C8B-B14F-4D97-AF65-F5344CB8AC3E}">
        <p14:creationId xmlns:p14="http://schemas.microsoft.com/office/powerpoint/2010/main" val="1892685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C91602-12E0-F74F-66E6-8AD7F6E43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23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660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7E07B9-B46B-7430-9C52-6F3E58CE2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92" y="23337"/>
            <a:ext cx="10860016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1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7AF42C-41D8-643D-C1F8-5CB253E51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88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4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C58BFD-D4CE-A752-28D1-93CF93770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44" y="373626"/>
            <a:ext cx="11183911" cy="585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36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FAC216-5DA4-CA19-1345-453BAB175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697" y="0"/>
            <a:ext cx="9006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57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843264-268B-35D7-C7EB-39AF7EBDF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142" y="0"/>
            <a:ext cx="8249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3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D06341-05D2-2036-9E96-15B70A9AD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97729" cy="585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2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7DCDC5-B446-E2CE-6778-D2808121F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42" y="0"/>
            <a:ext cx="9764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0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FA670A-6FD3-25BF-058E-C5969142E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10" y="0"/>
            <a:ext cx="9596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221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67C0C9-83BB-EE48-5B66-5D4D59639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884" y="0"/>
            <a:ext cx="67043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16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BA4AB0-FD65-68E4-D865-66DA25144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243" y="0"/>
            <a:ext cx="94285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01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91E497-6587-0D06-3B8B-C7E3839A1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97" y="85258"/>
            <a:ext cx="10783805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12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1BAD4E-7C7E-015B-DEAA-13DF85124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007" y="0"/>
            <a:ext cx="8853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0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337750-1328-5D27-B10E-840B6ECC6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353" y="0"/>
            <a:ext cx="76912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287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D22CD-C0D0-807B-457B-969449C92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31" y="0"/>
            <a:ext cx="10546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46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7BB06-11F7-7BFA-B11A-FC70330C1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17" y="0"/>
            <a:ext cx="102147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37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253B9D-CF89-3BEB-4378-BC99F6978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898" y="0"/>
            <a:ext cx="73402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33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38CD5-BAC0-01A8-5D7A-1B773C3F7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658"/>
            <a:ext cx="11485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6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1F93F0-362B-097A-6FF6-E7949FDA8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5" y="68826"/>
            <a:ext cx="10166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14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C200F1-CC23-5D59-B1CD-E20AE48E9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0091"/>
            <a:ext cx="12192000" cy="561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51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86AE4C-3508-7C3D-1C49-C2442ECA8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033" y="0"/>
            <a:ext cx="740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15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3EA1CF-1E4C-5FD3-E21F-A132F0FF2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093" y="0"/>
            <a:ext cx="9973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20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121801-1040-AE32-6552-F7252076E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975" y="0"/>
            <a:ext cx="7396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66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BCF4F7-F609-5E83-4F5D-930833843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539" y="0"/>
            <a:ext cx="70549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40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2F14A-2CB6-DD04-4B0B-DE620954B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685" y="0"/>
            <a:ext cx="8716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3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0F9373-F402-C62D-ADE3-C0AB77C25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587" y="0"/>
            <a:ext cx="7818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6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D7A6BC-83FA-06ED-A812-F82DE0F2A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807" y="0"/>
            <a:ext cx="7028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71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40ED4F-CCF0-D73B-A2C5-CB70BAF296DA}"/>
              </a:ext>
            </a:extLst>
          </p:cNvPr>
          <p:cNvSpPr txBox="1"/>
          <p:nvPr/>
        </p:nvSpPr>
        <p:spPr>
          <a:xfrm>
            <a:off x="363794" y="167148"/>
            <a:ext cx="1122843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This project based on drug and their side effects </a:t>
            </a:r>
          </a:p>
          <a:p>
            <a:endParaRPr lang="en-US" sz="3200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</a:t>
            </a:r>
            <a:r>
              <a:rPr lang="en-US" b="1" baseline="30000" dirty="0"/>
              <a:t>st</a:t>
            </a:r>
            <a:r>
              <a:rPr lang="en-US" b="1" dirty="0"/>
              <a:t> generated a python code and then read all given csv files (datasets).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Work on all data disease by disease and store this information in separate csv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Created the bar plots for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All concluded data is stored in csv file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09761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</TotalTime>
  <Words>70</Words>
  <Application>Microsoft Office PowerPoint</Application>
  <PresentationFormat>Widescreen</PresentationFormat>
  <Paragraphs>11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2013 - 2022 Theme</vt:lpstr>
      <vt:lpstr>Drugs, Side Effects and Medical Condition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Shweta Gawali</dc:creator>
  <cp:lastModifiedBy>Shweta Gawali</cp:lastModifiedBy>
  <cp:revision>3</cp:revision>
  <dcterms:created xsi:type="dcterms:W3CDTF">2025-12-26T16:09:35Z</dcterms:created>
  <dcterms:modified xsi:type="dcterms:W3CDTF">2025-12-26T17:53:32Z</dcterms:modified>
</cp:coreProperties>
</file>